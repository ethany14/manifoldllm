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Dataset Bridge: Personality and Affective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63 candidate dataset resources with annotated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2470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An integration plan, not an unvalidated claim of a recovered manifold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58126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Data provenance, participant linkage and responsible GitHub publication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Can a stable personality embedding help explain dynamic emotion in dialogue?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24249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Can affective states improve behavior or response prediction beyond personality alone?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34596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Do geometry-aware joint representations outperform simple baselines?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Two Encoders, One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Personality encoder: Big Five, questionnaire scores, or personality-text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874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Affective encoder: categorical emotions, continuous VAD and conversational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39121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Joint representation: fuse person-conditioned and time-varying representations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Dataset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63 unique catalog entries; pointers and access notes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38277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Direct-joint datasets receive first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58579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Affect-only, personality-only, longitudinal and multimodal sets are supporting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Strongest Joint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ETC: speaker-level personality questionnaire plus annotated emotional conversation (Japanese)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0117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CPED: personality/emotion/dialogue labels derived from scripted characters (Chinese)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2469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PELD: character-personality annotations plus emotional dialogues (English)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Additional Personality-to-Dialogue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RealPersonaChat: speaker-level trait information tied to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92575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Personality-1260 and essay datasets: inspect how individual identities and text align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98397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Missing emotion labels require honest missingness or explicitly predicted pseudo-labels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Affective Training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EmoBank provides continuous Valence–Arousal–Dominance supervision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74476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GoEmotions, MELD, DailyDialog and RECCON offer emotion, context or cause supervision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75773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A category label must not be treated as a measured VAD triplet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Longitudinal &amp; Multimodal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EmotionTimeSeries: repeated emotion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97553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egoEMOTION, AAQ, ASCERTAIN: candidate bridges across traits and dynamic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6225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Check personality items, timestamps, modalities and access before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Normalized 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dataset | person_id | text | emotion | emotion_kind | personality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74476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Track identity linkage within each original dataset; preserve original label ontology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80297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observed / predicted / missing must remain separate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Training and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Participant-disjoint train, validation and test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2470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Compare personality-only, affect-only, concatenation, MLP fusion and manifold-aware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53148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Report emotion F1, VAD error when available, leakage checks and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Risks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Character annotations are not validated human Big Five questionnaire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19724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Public source URLs are not blanket redistribution licenses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03375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Existing personality and affect model input/output interfaces are not yet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4B7D4"/>
                </a:solidFill>
                <a:latin typeface="Aptos"/>
              </a:defRPr>
            </a:pPr>
            <a:r>
              <a:t>YINPINGYIN  /  PERSONALITY ×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4183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6F9FF"/>
                </a:solidFill>
                <a:latin typeface="Aptos"/>
              </a:defRPr>
            </a:pPr>
            <a:r>
              <a:t>GitHub Upload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5915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Upload the extracted project directory; do not upload the ZIP as the repository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74023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Keep catalog, English PPT, scripts and README in one namespaced project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4817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9FF"/>
                </a:solidFill>
                <a:latin typeface="Aptos"/>
              </a:defRPr>
            </a:pPr>
            <a:r>
              <a:t>• Use a new branch and pull request; do not commit restricted 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24B7D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